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200"/>
            </a:pPr>
            <a:r>
              <a:t>End-to-End Business Analysis Using Python</a:t>
            </a:r>
            <a:br/>
            <a:br/>
            <a:r>
              <a:t>Submitted by:</a:t>
            </a:r>
            <a:br/>
            <a:r>
              <a:t>Janvi Pawar</a:t>
            </a:r>
            <a:br/>
            <a:r>
              <a:t>B.E. Artificial Intelligence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Customer churn reduces business revenue and profitability.</a:t>
            </a:r>
            <a:br/>
            <a:r>
              <a:t>• Retaining existing customers is more cost-effective than acquiring new ones.</a:t>
            </a:r>
            <a:br/>
            <a:r>
              <a:t>• Goal: Identify factors influencing churn and recommend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Analyze customer churn data</a:t>
            </a:r>
            <a:br/>
            <a:r>
              <a:t>• Clean and preprocess the dataset</a:t>
            </a:r>
            <a:br/>
            <a:r>
              <a:t>• Perform Exploratory Data Analysis (EDA)</a:t>
            </a:r>
            <a:br/>
            <a:r>
              <a:t>• Identify churn patterns</a:t>
            </a:r>
            <a:br/>
            <a:r>
              <a:t>• Generate business insights</a:t>
            </a:r>
            <a:br/>
            <a:r>
              <a:t>• Recommend data-driven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Dataset: Customer Churn</a:t>
            </a:r>
            <a:br/>
            <a:r>
              <a:t>Rows: 500</a:t>
            </a:r>
            <a:br/>
            <a:r>
              <a:t>Tools Used:</a:t>
            </a:r>
            <a:br/>
            <a:r>
              <a:t>• Python</a:t>
            </a:r>
            <a:br/>
            <a:r>
              <a:t>• Pandas</a:t>
            </a:r>
            <a:br/>
            <a:r>
              <a:t>• NumPy</a:t>
            </a:r>
            <a:br/>
            <a:r>
              <a:t>• Matplotlib</a:t>
            </a:r>
            <a:br/>
            <a:r>
              <a:t>• Scikit-learn</a:t>
            </a:r>
            <a:br/>
            <a:r>
              <a:t>• Google Colab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Checked missing values</a:t>
            </a:r>
            <a:br/>
            <a:r>
              <a:t>• Removed duplicate records</a:t>
            </a:r>
            <a:br/>
            <a:r>
              <a:t>• Encoded categorical variables</a:t>
            </a:r>
            <a:br/>
            <a:r>
              <a:t>• Verified data types</a:t>
            </a:r>
            <a:br/>
            <a:r>
              <a:t>• Saved cleaned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Performed:</a:t>
            </a:r>
            <a:br/>
            <a:r>
              <a:t>• Descriptive Statistics</a:t>
            </a:r>
            <a:br/>
            <a:r>
              <a:t>• Correlation Analysis</a:t>
            </a:r>
            <a:br/>
            <a:r>
              <a:t>• Churn Distribution</a:t>
            </a:r>
            <a:br/>
            <a:r>
              <a:t>• Customer Segmentation</a:t>
            </a:r>
            <a:br/>
            <a:r>
              <a:t>• Monthly Charges Analysis</a:t>
            </a:r>
            <a:br/>
            <a:r>
              <a:t>• Tenure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Insert screenshots of:</a:t>
            </a:r>
            <a:br/>
            <a:r>
              <a:t>• Churn Distribution Pie Chart</a:t>
            </a:r>
            <a:br/>
            <a:r>
              <a:t>• Histogram</a:t>
            </a:r>
            <a:br/>
            <a:r>
              <a:t>• Box Plot</a:t>
            </a:r>
            <a:br/>
            <a:r>
              <a:t>• Scatter Plot</a:t>
            </a:r>
            <a:br/>
            <a:r>
              <a:t>• Correlation Heatmap</a:t>
            </a:r>
            <a:br/>
            <a:r>
              <a:t>• Bar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Short-tenure customers showed higher churn.</a:t>
            </a:r>
            <a:br/>
            <a:r>
              <a:t>• Higher monthly charges were associated with greater churn.</a:t>
            </a:r>
            <a:br/>
            <a:r>
              <a:t>• Long-term customers had better retention.</a:t>
            </a:r>
            <a:br/>
            <a:r>
              <a:t>• Customer behavior patterns differed across segments.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Launch loyalty programs</a:t>
            </a:r>
            <a:br/>
            <a:r>
              <a:t>• Provide personalized offers</a:t>
            </a:r>
            <a:br/>
            <a:r>
              <a:t>• Improve customer onboarding</a:t>
            </a:r>
            <a:br/>
            <a:r>
              <a:t>• Strengthen customer support</a:t>
            </a:r>
            <a:br/>
            <a:r>
              <a:t>• Monitor high-risk customers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Phase 1: Data Collection</a:t>
            </a:r>
            <a:br/>
            <a:r>
              <a:t>Phase 2: Data Cleaning</a:t>
            </a:r>
            <a:br/>
            <a:r>
              <a:t>Phase 3: Data Analysis</a:t>
            </a:r>
            <a:br/>
            <a:r>
              <a:t>Phase 4: Business Recommendations</a:t>
            </a:r>
            <a:br/>
            <a:r>
              <a:t>Phase 5: Monitoring &amp;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• Successfully completed an end-to-end business analysis.</a:t>
            </a:r>
            <a:br/>
            <a:r>
              <a:t>• Identified key churn factors.</a:t>
            </a:r>
            <a:br/>
            <a:r>
              <a:t>• Generated actionable business recommendations.</a:t>
            </a:r>
            <a:br/>
            <a:r>
              <a:t>• Demonstrated the value of data-driven decision making.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Thank You!</a:t>
            </a:r>
            <a:br/>
            <a:br/>
            <a:r>
              <a:t>Questions?</a:t>
            </a:r>
            <a:br/>
            <a:br/>
            <a:r>
              <a:t>Prepared by:</a:t>
            </a:r>
            <a:br/>
            <a:r>
              <a:t>Janvi Pawar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